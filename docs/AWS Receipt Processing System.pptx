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21360"/>
            <a:ext cx="762000" cy="57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874639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Inter"/>
              </a:rPr>
              <a:t>DA2 PROJECT IMPLEMENTATION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31839"/>
            <a:ext cx="1010126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Inter"/>
              </a:rPr>
              <a:t>Automated AWS Receipt Processing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5951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94A3B8"/>
                </a:solidFill>
                <a:latin typeface="Inter"/>
              </a:rPr>
              <a:t>Serverless extraction and structured data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0" y="2100262"/>
            <a:ext cx="7620000" cy="358140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52725" y="3910012"/>
            <a:ext cx="66865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51807" y="1176337"/>
            <a:ext cx="7088385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Course &amp; Submission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6906" y="2566987"/>
            <a:ext cx="8358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4748B"/>
                </a:solidFill>
                <a:latin typeface="Inter"/>
              </a:rPr>
              <a:t>SUBMITTED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6906" y="2833687"/>
            <a:ext cx="835818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Inter"/>
              </a:rPr>
              <a:t>SAGNIK BISWAS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6906" y="3328987"/>
            <a:ext cx="8358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Reg. No: 24BEE1250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6906" y="4224337"/>
            <a:ext cx="8358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4748B"/>
                </a:solidFill>
                <a:latin typeface="Inter"/>
              </a:rPr>
              <a:t>COURSE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6906" y="4491037"/>
            <a:ext cx="835818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Advanced Cloud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906" y="4938712"/>
            <a:ext cx="8358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"/>
              </a:rPr>
              <a:t>Course Code: BECE355L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07309" y="2714625"/>
            <a:ext cx="6675090" cy="2352675"/>
          </a:xfrm>
          <a:prstGeom prst="roundRect">
            <a:avLst>
              <a:gd name="adj" fmla="val 64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85144"/>
            <a:ext cx="85725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32944"/>
            <a:ext cx="504066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Manual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56819"/>
            <a:ext cx="3935759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Traditional receipt handling is a massive operational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509" y="3171825"/>
            <a:ext cx="682749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Time-Consuming:</a:t>
            </a:r>
            <a:r>
              <a:rPr sz="1800" b="0" i="0" u="none">
                <a:solidFill>
                  <a:srgbClr val="0F172A"/>
                </a:solidFill>
                <a:latin typeface="Inter"/>
              </a:rPr>
              <a:t> Slow manual data entry.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509" y="3752850"/>
            <a:ext cx="682749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Error-Prone:</a:t>
            </a:r>
            <a:r>
              <a:rPr sz="1800" b="0" i="0" u="none">
                <a:solidFill>
                  <a:srgbClr val="0F172A"/>
                </a:solidFill>
                <a:latin typeface="Inter"/>
              </a:rPr>
              <a:t> High risk of human typos.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4509" y="4333875"/>
            <a:ext cx="682749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Poor Scaling:</a:t>
            </a:r>
            <a:r>
              <a:rPr sz="1800" b="0" i="0" u="none">
                <a:solidFill>
                  <a:srgbClr val="0F172A"/>
                </a:solidFill>
                <a:latin typeface="Inter"/>
              </a:rPr>
              <a:t> Cannot handle high-volume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7012"/>
            <a:ext cx="34544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767012"/>
            <a:ext cx="34544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767012"/>
            <a:ext cx="3454449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575" y="3157537"/>
            <a:ext cx="5143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3157537"/>
            <a:ext cx="4000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49" y="3157537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Scope of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06" y="3843337"/>
            <a:ext cx="350883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Data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50" y="4319587"/>
            <a:ext cx="33417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AI-powered OCR via Textract.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1655" y="3843337"/>
            <a:ext cx="350883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Structured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199" y="4319587"/>
            <a:ext cx="33417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Scalable NoSQL DynamoDB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905" y="3843337"/>
            <a:ext cx="350883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Automated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4449" y="4319587"/>
            <a:ext cx="33417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Inter"/>
              </a:rPr>
              <a:t>Real-time SES email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90662" y="3467100"/>
            <a:ext cx="1714500" cy="1152525"/>
          </a:xfrm>
          <a:prstGeom prst="roundRect">
            <a:avLst>
              <a:gd name="adj" fmla="val 99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62387" y="3328987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4112" y="3348037"/>
            <a:ext cx="1714500" cy="1390650"/>
          </a:xfrm>
          <a:prstGeom prst="roundRect">
            <a:avLst>
              <a:gd name="adj" fmla="val 8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05837" y="2371725"/>
            <a:ext cx="2095500" cy="962025"/>
          </a:xfrm>
          <a:prstGeom prst="roundRect">
            <a:avLst>
              <a:gd name="adj" fmla="val 118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05837" y="3562350"/>
            <a:ext cx="2095500" cy="962025"/>
          </a:xfrm>
          <a:prstGeom prst="roundRect">
            <a:avLst>
              <a:gd name="adj" fmla="val 118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05837" y="4752975"/>
            <a:ext cx="2095500" cy="962025"/>
          </a:xfrm>
          <a:prstGeom prst="roundRect">
            <a:avLst>
              <a:gd name="adj" fmla="val 118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3929062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87" y="39290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7" y="3695700"/>
            <a:ext cx="47625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512" y="3576637"/>
            <a:ext cx="47625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862" y="3576637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212" y="2738437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212" y="3929062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212" y="5119687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187" y="25622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237" y="3752850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1187" y="4943475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Project Flow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228725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Event-driven serverless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2809" y="4191000"/>
            <a:ext cx="16502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User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9537" y="4071937"/>
            <a:ext cx="1600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Amazon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7637" y="4348162"/>
            <a:ext cx="152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EA580C"/>
                </a:solidFill>
                <a:latin typeface="Inter"/>
              </a:rPr>
              <a:t>Trigger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6259" y="4071937"/>
            <a:ext cx="16502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AWS 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4348162"/>
            <a:ext cx="15716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8446" y="2943225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Amazon Textract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8446" y="4133850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DynamoDB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8446" y="5324475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Amazon 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29" y="2521743"/>
            <a:ext cx="5715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109" y="2521743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690" y="2521743"/>
            <a:ext cx="3429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29" y="495538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109" y="495538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690" y="4955381"/>
            <a:ext cx="5715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Core Services Utilized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3629" y="2512218"/>
            <a:ext cx="218777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Amazon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3629" y="2788443"/>
            <a:ext cx="2083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Image storage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909" y="2512218"/>
            <a:ext cx="243780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AWS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909" y="2788443"/>
            <a:ext cx="2321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Compute orchestrator.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8190" y="2512218"/>
            <a:ext cx="2500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Amazon Textract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8190" y="2788443"/>
            <a:ext cx="238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Receipt OCR engine.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329" y="4945856"/>
            <a:ext cx="226278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DynamoDB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329" y="5222081"/>
            <a:ext cx="2155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Structured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5909" y="4945856"/>
            <a:ext cx="226278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Amazon 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5909" y="5222081"/>
            <a:ext cx="2155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Notification dispatch.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790" y="4945856"/>
            <a:ext cx="226278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AWS 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790" y="5222081"/>
            <a:ext cx="2155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Secure access 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381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33675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9092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6287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Implementation: Storage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581275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Bucket Creation: Dedicated S3 bucket configured.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38525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File Support: Accepts both PNG and PDF uploads.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295775"/>
            <a:ext cx="3920430" cy="828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Event Trigger: `s3:ObjectCreated:*` invokes Lambda.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0765" y="4119562"/>
            <a:ext cx="5167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[ Paste S3 Implementation Screenshot Here 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F7C533-35AD-737E-8010-47772DC1B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457325"/>
            <a:ext cx="6309419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381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178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90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6287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Implementation: Processing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7193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Textract API: Calls `analyze_expense`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57663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Summary Extraction: Identifies Vendor, Date, and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4338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Line Items: Parses individual items, quantity, and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5527" y="4119562"/>
            <a:ext cx="51554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[ Paste Textract Execution Screenshot Here 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1A984A-D62D-424A-BB20-ADC936EFD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076325"/>
            <a:ext cx="6309419" cy="2424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5FCF7E-E057-6DEC-AA9D-0FFB6098D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980" y="3500436"/>
            <a:ext cx="6309419" cy="2747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381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178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90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6287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Implementation: Compute Layer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7193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Environment: Python 3.x runtime utilizing Boto3.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57663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IAM Role: Granted S3 read, Textract, DB write, SES send.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4338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Variables: Set DYNAMODB_TABLE and SES_EMAILS.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365" y="4119562"/>
            <a:ext cx="5548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[ Paste Lambda Configuration Screenshot Here 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948ADA-C995-CC50-6210-8024A75E1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457324"/>
            <a:ext cx="6309419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57325"/>
            <a:ext cx="5562600" cy="4791075"/>
          </a:xfrm>
          <a:prstGeom prst="roundRect">
            <a:avLst>
              <a:gd name="adj" fmla="val 23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29400" y="4376737"/>
            <a:ext cx="1619250" cy="342900"/>
          </a:xfrm>
          <a:prstGeom prst="roundRect">
            <a:avLst>
              <a:gd name="adj" fmla="val 22222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Lambda Execution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62125"/>
            <a:ext cx="5048250" cy="4362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def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lambda_handler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(event, context):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Get S3 bucket and key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bucket = event['Records'][0]['s3']['bucket']['name']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key =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urllib.parse.unquote_plus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(...)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1: Process receipt with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Textract</a:t>
            </a: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data =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process_receipt_with_textract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(bucket, key)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2: Store results in DynamoDB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store_receipt_in_dynamodb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(data, bucket, key)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# 3: Send email notification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send_email_notification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(data)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</a:p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return {'</a:t>
            </a:r>
            <a:r>
              <a:rPr lang="en-IN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statusCode</a:t>
            </a:r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': 200}</a:t>
            </a:r>
          </a:p>
          <a:p>
            <a:pPr algn="l"/>
            <a:endParaRPr sz="1350" b="0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2986087"/>
            <a:ext cx="55626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Sequential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62337"/>
            <a:ext cx="5048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The Lambda function acts as the central orchestrator, passing the payload seamlessly through extraction, storage, and notification phases.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4452937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54D0E"/>
                </a:solidFill>
                <a:latin typeface="Inter"/>
              </a:rPr>
              <a:t>Zero idle compute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381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178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90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6287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Implementation: Database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7193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Table Setup: DynamoDB 'Receipts' table generated.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57663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Primary Key: Unique UUID assigned to `receipt_id`.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4338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Schema mapping: Stores vendor, total, and nested items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4590" y="4119562"/>
            <a:ext cx="4857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[ Paste DynamoDB Item Screenshot Here 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C10064-F897-1F7D-FAC7-404A2DFDC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457324"/>
            <a:ext cx="6309419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381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178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67150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2440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Implementation: Notification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581275"/>
            <a:ext cx="3920430" cy="828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Identity Verification: Sender/Receiver emails verified in 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14750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HTML Formatting: Lambda constructs readable HTML body.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572000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Delivery Dispatch: Boto3 SES client handles final push.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740" y="4119562"/>
            <a:ext cx="64122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[ Paste SES Configuration / Email Code Screenshot Here ]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76ECCA-D96B-8B12-FF45-B176B0970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457325"/>
            <a:ext cx="6309419" cy="26622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5745FE-4C47-1BC4-1F09-8D14F71D0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980" y="4119562"/>
            <a:ext cx="6309419" cy="2072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72980" y="1457325"/>
            <a:ext cx="6309419" cy="4791075"/>
          </a:xfrm>
          <a:prstGeom prst="roundRect">
            <a:avLst>
              <a:gd name="adj" fmla="val 3180"/>
            </a:avLst>
          </a:prstGeom>
          <a:solidFill>
            <a:srgbClr val="ECFDF5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0" y="33575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71787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90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6287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Integration &amp; Testing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7193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Upload Success: Receipt correctly dropped in S3.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57663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Database Write: Data perfectly populated in DynamoDB.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433887"/>
            <a:ext cx="392043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Email Arrival: Formatted email successfully received.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9802" y="4119562"/>
            <a:ext cx="5369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59669"/>
                </a:solidFill>
                <a:latin typeface="Inter"/>
              </a:rPr>
              <a:t>[ Paste Final Email Received Screenshot Here 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ECFF0E-DFCF-D9F1-8D16-CF4605076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80" y="1457325"/>
            <a:ext cx="6309419" cy="47910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68948" y="3471862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8928" y="3471862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244" y="3443287"/>
            <a:ext cx="66675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System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336" y="3448050"/>
            <a:ext cx="270271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Inter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336" y="4362450"/>
            <a:ext cx="27027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475569"/>
                </a:solidFill>
                <a:latin typeface="Inter"/>
              </a:rPr>
              <a:t>Automated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838" y="3448050"/>
            <a:ext cx="314325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Inter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838" y="4362450"/>
            <a:ext cx="3143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475569"/>
                </a:solidFill>
                <a:latin typeface="Inter"/>
              </a:rPr>
              <a:t>Manual Entry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2775" y="4367212"/>
            <a:ext cx="28336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475569"/>
                </a:solidFill>
                <a:latin typeface="Inter"/>
              </a:rPr>
              <a:t>Real-Time 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4029" y="1533525"/>
            <a:ext cx="493767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33525"/>
            <a:ext cx="493767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4029" y="2809875"/>
            <a:ext cx="493767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809875"/>
            <a:ext cx="493767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829" y="1905000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0500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829" y="3181350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181350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Cloud Resource Clean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4129" y="1838325"/>
            <a:ext cx="31003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Empty &amp; Delete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4129" y="2085975"/>
            <a:ext cx="2952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Remove receipt files and bucket.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1838325"/>
            <a:ext cx="305038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Stop Textract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085975"/>
            <a:ext cx="2905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Halt calls to prevent extra costs.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4129" y="3114675"/>
            <a:ext cx="298787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Delete DynamoDB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4129" y="3362325"/>
            <a:ext cx="2845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Remove table and stored items.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114675"/>
            <a:ext cx="3200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Disable SES &amp; 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362325"/>
            <a:ext cx="3048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Remove verified emails and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338637"/>
            <a:ext cx="6096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502" y="1652587"/>
            <a:ext cx="3962995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528887"/>
            <a:ext cx="95250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Successfully built a highly scalable, serverless pipeline that fully automates document extraction and record-keeping with zero manual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0871" y="4833937"/>
            <a:ext cx="2050256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97316"/>
                </a:solidFill>
                <a:latin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635</Words>
  <Application>Microsoft Office PowerPoint</Application>
  <PresentationFormat>Widescreen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Sagnik</dc:creator>
  <cp:keywords/>
  <dc:description>generated using python-pptx</dc:description>
  <cp:lastModifiedBy>rssbiswas@outlook.com</cp:lastModifiedBy>
  <cp:revision>2</cp:revision>
  <dcterms:created xsi:type="dcterms:W3CDTF">2013-01-27T09:14:16Z</dcterms:created>
  <dcterms:modified xsi:type="dcterms:W3CDTF">2026-10-03T08:47:27Z</dcterms:modified>
  <cp:category/>
</cp:coreProperties>
</file>